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4"/>
  </p:sldMasterIdLst>
  <p:sldIdLst>
    <p:sldId id="256" r:id="rId5"/>
    <p:sldId id="257" r:id="rId6"/>
    <p:sldId id="258" r:id="rId7"/>
    <p:sldId id="259" r:id="rId8"/>
    <p:sldId id="272" r:id="rId9"/>
    <p:sldId id="263" r:id="rId10"/>
    <p:sldId id="260" r:id="rId11"/>
    <p:sldId id="261" r:id="rId12"/>
    <p:sldId id="262" r:id="rId13"/>
    <p:sldId id="264" r:id="rId14"/>
    <p:sldId id="265" r:id="rId15"/>
    <p:sldId id="273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11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00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25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9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09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63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7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62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9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88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2BCB-D8AF-4F4B-1442-31E174390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Sprint 1 – EECS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CFD3E-FD43-13FE-D499-AE9AF1569E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Travis Takushi and Kaden Metzger</a:t>
            </a:r>
          </a:p>
        </p:txBody>
      </p:sp>
    </p:spTree>
    <p:extLst>
      <p:ext uri="{BB962C8B-B14F-4D97-AF65-F5344CB8AC3E}">
        <p14:creationId xmlns:p14="http://schemas.microsoft.com/office/powerpoint/2010/main" val="2212782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04AA-747B-C77C-38C1-A241994F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are 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B4A9C-5AA6-8682-B827-4BEDF48FD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EECS database for all the assets in the college</a:t>
            </a:r>
          </a:p>
          <a:p>
            <a:r>
              <a:rPr lang="en-US"/>
              <a:t>Needs to be similar to a library system with checkout requests and new asset requests</a:t>
            </a:r>
          </a:p>
          <a:p>
            <a:r>
              <a:rPr lang="en-US"/>
              <a:t>Using next.js – </a:t>
            </a:r>
            <a:r>
              <a:rPr lang="en-US" err="1"/>
              <a:t>fullstack</a:t>
            </a:r>
            <a:r>
              <a:rPr lang="en-US"/>
              <a:t> framework, nginx – web server for reverse proxy, </a:t>
            </a:r>
            <a:r>
              <a:rPr lang="en-US" err="1"/>
              <a:t>postgresql</a:t>
            </a:r>
            <a:r>
              <a:rPr lang="en-US"/>
              <a:t> – database, </a:t>
            </a:r>
            <a:r>
              <a:rPr lang="en-US" err="1"/>
              <a:t>tailwindcss</a:t>
            </a:r>
            <a:r>
              <a:rPr lang="en-US"/>
              <a:t> - styling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84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36E1-AADF-3F72-BC09-AD245252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61E5D-430F-2F88-F0D9-19BA02923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Understand the problem (on going)</a:t>
            </a:r>
          </a:p>
          <a:p>
            <a:r>
              <a:rPr lang="en-US"/>
              <a:t>Collect functional and non-functional requirements</a:t>
            </a:r>
          </a:p>
          <a:p>
            <a:r>
              <a:rPr lang="en-US"/>
              <a:t>Split up features</a:t>
            </a:r>
          </a:p>
          <a:p>
            <a:r>
              <a:rPr lang="en-US"/>
              <a:t>Create UML use case diagrams</a:t>
            </a:r>
          </a:p>
          <a:p>
            <a:r>
              <a:rPr lang="en-US"/>
              <a:t>Overall sketch out a rough draft/plan of each feature and the overarching application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93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355C-10D0-0C8A-0F4F-2ABF902A1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Gathering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721EC-E9AE-70F1-825D-78642AB7D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Met with Client 2 times over sprint</a:t>
            </a:r>
          </a:p>
          <a:p>
            <a:r>
              <a:rPr lang="en-US"/>
              <a:t>First meeting mainly about getting logistics of project down</a:t>
            </a:r>
          </a:p>
          <a:p>
            <a:pPr lvl="1"/>
            <a:r>
              <a:rPr lang="en-US"/>
              <a:t>Figured out general overview of project</a:t>
            </a:r>
          </a:p>
          <a:p>
            <a:pPr lvl="1"/>
            <a:r>
              <a:rPr lang="en-US"/>
              <a:t>Went over functional requirements</a:t>
            </a:r>
          </a:p>
          <a:p>
            <a:r>
              <a:rPr lang="en-US"/>
              <a:t>Second meeting about seeing if our requirements and all documentation aligned with client vision</a:t>
            </a:r>
          </a:p>
          <a:p>
            <a:pPr lvl="1"/>
            <a:r>
              <a:rPr lang="en-US"/>
              <a:t>Discussed more requirements that could extend project like barcode scanning</a:t>
            </a:r>
          </a:p>
        </p:txBody>
      </p:sp>
    </p:spTree>
    <p:extLst>
      <p:ext uri="{BB962C8B-B14F-4D97-AF65-F5344CB8AC3E}">
        <p14:creationId xmlns:p14="http://schemas.microsoft.com/office/powerpoint/2010/main" val="1708808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B186-1877-AB4B-6379-6E9BBF67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MEETING MINUTES EX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7AD53-B651-93C0-C5F1-DE8093E93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274B3-425F-456B-9ED7-1270B5B5FCC2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34674-D1FF-D3E3-6D0D-53CCB1D5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8CD7B-120C-7844-819C-86C0EF20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BE06D5-529D-0F9C-3769-23EF70A20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84" y="2228768"/>
            <a:ext cx="4566876" cy="42007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15F10B-9F89-6DF8-5EF5-5A7CE5FB3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284" y="2229296"/>
            <a:ext cx="4390666" cy="419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83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86947-BC20-C0F4-2F09-3458B777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Functional/Non-Functional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2706C-4864-4AA2-AEBA-2F15ABFF2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Asset searching/filtering</a:t>
            </a:r>
          </a:p>
          <a:p>
            <a:r>
              <a:rPr lang="en-US"/>
              <a:t>Asset requests</a:t>
            </a:r>
          </a:p>
          <a:p>
            <a:r>
              <a:rPr lang="en-US"/>
              <a:t>Importing/exporting assets into CSV files</a:t>
            </a:r>
          </a:p>
          <a:p>
            <a:r>
              <a:rPr lang="en-US"/>
              <a:t>Bar code scanning</a:t>
            </a:r>
          </a:p>
          <a:p>
            <a:r>
              <a:rPr lang="en-US"/>
              <a:t>Basic web application requirements (database, UI,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r>
              <a:rPr lang="en-US"/>
              <a:t>Basic non-functional  requirements (security, scalability, </a:t>
            </a:r>
            <a:r>
              <a:rPr lang="en-US" err="1"/>
              <a:t>preformance</a:t>
            </a:r>
            <a:r>
              <a:rPr lang="en-US"/>
              <a:t>)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3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6635-D9FD-FA00-4FDC-D96D5523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62033-9B06-06F7-CB88-0DD7BC48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lvl="2" indent="0">
              <a:buNone/>
            </a:pPr>
            <a:r>
              <a:rPr lang="en-US" b="1" u="sng"/>
              <a:t>US-3:</a:t>
            </a:r>
            <a:r>
              <a:rPr lang="en-US" b="1"/>
              <a:t> </a:t>
            </a:r>
            <a:r>
              <a:rPr lang="en-US"/>
              <a:t>User Login</a:t>
            </a:r>
            <a:endParaRPr lang="en-US" sz="1200"/>
          </a:p>
          <a:p>
            <a:r>
              <a:rPr lang="en-US"/>
              <a:t>As a User, I should be able to login to the dashboard.</a:t>
            </a:r>
            <a:endParaRPr lang="en-US" sz="1600"/>
          </a:p>
          <a:p>
            <a:r>
              <a:rPr lang="en-US"/>
              <a:t> </a:t>
            </a:r>
            <a:endParaRPr lang="en-US" sz="1600"/>
          </a:p>
          <a:p>
            <a:r>
              <a:rPr lang="en-US" u="sng"/>
              <a:t>Feature:</a:t>
            </a:r>
            <a:r>
              <a:rPr lang="en-US"/>
              <a:t> User Login</a:t>
            </a:r>
            <a:endParaRPr lang="en-US" sz="1600"/>
          </a:p>
          <a:p>
            <a:r>
              <a:rPr lang="en-US" u="sng"/>
              <a:t>Scenario:</a:t>
            </a:r>
            <a:r>
              <a:rPr lang="en-US"/>
              <a:t> User presses login with the correct credentials on the login page</a:t>
            </a:r>
            <a:endParaRPr lang="en-US" sz="1600"/>
          </a:p>
          <a:p>
            <a:r>
              <a:rPr lang="en-US"/>
              <a:t> </a:t>
            </a:r>
            <a:endParaRPr lang="en-US" sz="1600"/>
          </a:p>
          <a:p>
            <a:r>
              <a:rPr lang="en-US"/>
              <a:t>	Given the user is on the login page,</a:t>
            </a:r>
            <a:endParaRPr lang="en-US" sz="1600"/>
          </a:p>
          <a:p>
            <a:r>
              <a:rPr lang="en-US"/>
              <a:t>And they have the correct credentials in the username and password fields,</a:t>
            </a:r>
            <a:endParaRPr lang="en-US" sz="1600"/>
          </a:p>
          <a:p>
            <a:r>
              <a:rPr lang="en-US"/>
              <a:t>And they press the login button,</a:t>
            </a:r>
            <a:endParaRPr lang="en-US" sz="1600"/>
          </a:p>
          <a:p>
            <a:r>
              <a:rPr lang="en-US"/>
              <a:t>Then the user should be redirected to the home page,</a:t>
            </a:r>
            <a:endParaRPr lang="en-US" sz="1600"/>
          </a:p>
          <a:p>
            <a:r>
              <a:rPr lang="en-US"/>
              <a:t>And their data should be updated.</a:t>
            </a:r>
          </a:p>
        </p:txBody>
      </p:sp>
    </p:spTree>
    <p:extLst>
      <p:ext uri="{BB962C8B-B14F-4D97-AF65-F5344CB8AC3E}">
        <p14:creationId xmlns:p14="http://schemas.microsoft.com/office/powerpoint/2010/main" val="2668506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CD94-B935-AC24-9979-9E6D08DF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D16E37-3EC3-3A3D-2ECF-537633E4F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909" y="2306638"/>
            <a:ext cx="7408907" cy="387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208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9B90-D4C2-8E50-AF16-41F5260CC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 Diagrams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4C6EB0-A6B9-2FF9-F980-5B4E881F9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977" y="2306638"/>
            <a:ext cx="6224772" cy="387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45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56E30-8B00-7C15-FCCA-E27A92253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Integrating into WSU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916B3-9F38-F4B2-524E-97051E704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are not working with an existing code base</a:t>
            </a:r>
          </a:p>
          <a:p>
            <a:r>
              <a:rPr lang="en-US"/>
              <a:t>Currently working with the WSU IT team to host our web application on WSU's servers</a:t>
            </a:r>
          </a:p>
          <a:p>
            <a:r>
              <a:rPr lang="en-US"/>
              <a:t>We also plan to integrate OKTA verify to allow WSU accounts to login</a:t>
            </a:r>
          </a:p>
          <a:p>
            <a:r>
              <a:rPr lang="en-US"/>
              <a:t>Full integration will likely be a 3rd sprint or second semester 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31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FC3B-9081-C2F3-92B5-DE4AED084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Kanban 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7557E3-7567-F668-C0C3-77705235D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73" y="2306638"/>
            <a:ext cx="9635179" cy="387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85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A9897-124B-4B9B-AD42-CCD5ACED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4CEA-3891-4946-184E-4CCA14DF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Kanban 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A1322E-40F0-6EF2-1C89-53BA473B0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73" y="2229602"/>
            <a:ext cx="7362116" cy="41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5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BB07-C1C1-3AD2-7776-E6B9442F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DFF63-CA65-EB5B-0C92-FC3CDD6AB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have not completed any features this sprint</a:t>
            </a:r>
          </a:p>
          <a:p>
            <a:r>
              <a:rPr lang="en-US"/>
              <a:t>Only the skeleton of the program is complete</a:t>
            </a:r>
          </a:p>
          <a:p>
            <a:r>
              <a:rPr lang="en-US"/>
              <a:t>We will work on programming features very soon</a:t>
            </a:r>
          </a:p>
        </p:txBody>
      </p:sp>
    </p:spTree>
    <p:extLst>
      <p:ext uri="{BB962C8B-B14F-4D97-AF65-F5344CB8AC3E}">
        <p14:creationId xmlns:p14="http://schemas.microsoft.com/office/powerpoint/2010/main" val="4218169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87BEC-2469-9E81-3BCA-8F15E5CF5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Skill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537F4-F49C-A225-493A-64D5C1542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Travis's learning experience</a:t>
            </a:r>
          </a:p>
          <a:p>
            <a:pPr lvl="1"/>
            <a:r>
              <a:rPr lang="en-US"/>
              <a:t>Learned more about docker and VMs</a:t>
            </a:r>
          </a:p>
          <a:p>
            <a:pPr lvl="1"/>
            <a:r>
              <a:rPr lang="en-US"/>
              <a:t>Learned next.js and nginx</a:t>
            </a:r>
          </a:p>
          <a:p>
            <a:pPr lvl="1"/>
            <a:r>
              <a:rPr lang="en-US"/>
              <a:t>Learned more about schemas in </a:t>
            </a:r>
            <a:r>
              <a:rPr lang="en-US" err="1"/>
              <a:t>sql</a:t>
            </a:r>
            <a:endParaRPr lang="en-US"/>
          </a:p>
          <a:p>
            <a:r>
              <a:rPr lang="en-US"/>
              <a:t>Kaden's learning experience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Had to learn Next.js basics through working on a project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Learn the basics of type script and java script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Brush up on HTML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Learn the basics of tailwind CSS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27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E8BCF-29E1-67AA-28D1-879D57A1D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Achievements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CF4EC-3D2C-AD1A-D615-83E0A5E85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Gathered many functional and non-functional requirements from our client</a:t>
            </a:r>
          </a:p>
          <a:p>
            <a:r>
              <a:rPr lang="en-US"/>
              <a:t>We have a rough idea of what our web application will look like</a:t>
            </a:r>
          </a:p>
          <a:p>
            <a:r>
              <a:rPr lang="en-US"/>
              <a:t>Learned about the next.js framework</a:t>
            </a:r>
          </a:p>
          <a:p>
            <a:r>
              <a:rPr lang="en-US"/>
              <a:t>Fleshing out the applications functional requirements was a bit challenging</a:t>
            </a:r>
          </a:p>
          <a:p>
            <a:r>
              <a:rPr lang="en-US"/>
              <a:t>Integrating into the WSU system was a bit challenging as well</a:t>
            </a:r>
          </a:p>
        </p:txBody>
      </p:sp>
    </p:spTree>
    <p:extLst>
      <p:ext uri="{BB962C8B-B14F-4D97-AF65-F5344CB8AC3E}">
        <p14:creationId xmlns:p14="http://schemas.microsoft.com/office/powerpoint/2010/main" val="131733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0982F-DDB9-C09A-D6EE-D8ECC506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C0796-6A9B-1593-DFC5-0CBA4E8A8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used AI to primarily research the tech stack that we are going to be using</a:t>
            </a:r>
          </a:p>
          <a:p>
            <a:r>
              <a:rPr lang="en-US"/>
              <a:t>We also used it to compare industry standard architectures to what we are going to make</a:t>
            </a:r>
          </a:p>
        </p:txBody>
      </p:sp>
    </p:spTree>
    <p:extLst>
      <p:ext uri="{BB962C8B-B14F-4D97-AF65-F5344CB8AC3E}">
        <p14:creationId xmlns:p14="http://schemas.microsoft.com/office/powerpoint/2010/main" val="3231792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6927-E50E-2C00-07D3-C9CA7624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F8B34-A499-0FFB-B228-E3AD21721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will start programming</a:t>
            </a:r>
            <a:endParaRPr lang="en-US">
              <a:solidFill>
                <a:srgbClr val="FFFFFF"/>
              </a:solidFill>
              <a:latin typeface="Neue Haas Grotesk Text Pro"/>
            </a:endParaRPr>
          </a:p>
          <a:p>
            <a:r>
              <a:rPr lang="en-US"/>
              <a:t>We will check </a:t>
            </a:r>
            <a:r>
              <a:rPr lang="en-US" err="1"/>
              <a:t>i</a:t>
            </a:r>
            <a:r>
              <a:rPr lang="en-US"/>
              <a:t>n with our client to check progress</a:t>
            </a:r>
          </a:p>
          <a:p>
            <a:r>
              <a:rPr lang="en-US"/>
              <a:t>Flesh out our UI design</a:t>
            </a:r>
          </a:p>
          <a:p>
            <a:r>
              <a:rPr lang="en-US"/>
              <a:t>Create a high-level overview of our system's architecture</a:t>
            </a:r>
          </a:p>
          <a:p>
            <a:r>
              <a:rPr lang="en-US"/>
              <a:t>For sprint 1 we were focused on completed tasks early</a:t>
            </a:r>
          </a:p>
          <a:p>
            <a:r>
              <a:rPr lang="en-US"/>
              <a:t>Next sprint we will work even harder!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18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2ABF-9022-9AB3-63BC-A7ECF0D0F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25165711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2A93B7DAB3804B82525073766208A6" ma:contentTypeVersion="13" ma:contentTypeDescription="Create a new document." ma:contentTypeScope="" ma:versionID="9031264b2e1b1e64a4a06d94b296bd85">
  <xsd:schema xmlns:xsd="http://www.w3.org/2001/XMLSchema" xmlns:xs="http://www.w3.org/2001/XMLSchema" xmlns:p="http://schemas.microsoft.com/office/2006/metadata/properties" xmlns:ns3="dbc33048-7213-4516-bb7e-e703308f898b" xmlns:ns4="ade3b0eb-2d0b-4a9d-adce-2db0f652d87f" targetNamespace="http://schemas.microsoft.com/office/2006/metadata/properties" ma:root="true" ma:fieldsID="defba09cbac471257fd2e2b802149d3e" ns3:_="" ns4:_="">
    <xsd:import namespace="dbc33048-7213-4516-bb7e-e703308f898b"/>
    <xsd:import namespace="ade3b0eb-2d0b-4a9d-adce-2db0f652d87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c33048-7213-4516-bb7e-e703308f89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e3b0eb-2d0b-4a9d-adce-2db0f652d87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c33048-7213-4516-bb7e-e703308f898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223017-554F-4F18-917E-695311D60337}">
  <ds:schemaRefs>
    <ds:schemaRef ds:uri="ade3b0eb-2d0b-4a9d-adce-2db0f652d87f"/>
    <ds:schemaRef ds:uri="dbc33048-7213-4516-bb7e-e703308f89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3560104-6A77-433D-9517-25B78404805B}">
  <ds:schemaRefs>
    <ds:schemaRef ds:uri="ade3b0eb-2d0b-4a9d-adce-2db0f652d87f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dbc33048-7213-4516-bb7e-e703308f89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3BD1E1F-ECAD-4578-AFAA-E30450F60B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Microsoft Office PowerPoint</Application>
  <PresentationFormat>Widescreen</PresentationFormat>
  <Paragraphs>82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Courier New</vt:lpstr>
      <vt:lpstr>Neue Haas Grotesk Text Pro</vt:lpstr>
      <vt:lpstr>Wingdings</vt:lpstr>
      <vt:lpstr>DylanVTI</vt:lpstr>
      <vt:lpstr>Sprint 1 – EECS Database</vt:lpstr>
      <vt:lpstr>What we are making</vt:lpstr>
      <vt:lpstr>Sprint Objectives</vt:lpstr>
      <vt:lpstr>Gathering Requirements</vt:lpstr>
      <vt:lpstr>MEETING MINUTES EX</vt:lpstr>
      <vt:lpstr>Functional/Non-Functional Requirements</vt:lpstr>
      <vt:lpstr>User Stories</vt:lpstr>
      <vt:lpstr>Use Cases</vt:lpstr>
      <vt:lpstr>UML Diagrams</vt:lpstr>
      <vt:lpstr>Integrating into WSU Systems</vt:lpstr>
      <vt:lpstr>Current Kanban Board</vt:lpstr>
      <vt:lpstr>Current Kanban Board</vt:lpstr>
      <vt:lpstr>Current Features</vt:lpstr>
      <vt:lpstr>Skill Identification</vt:lpstr>
      <vt:lpstr>Achievements and Challenges</vt:lpstr>
      <vt:lpstr>AI Use</vt:lpstr>
      <vt:lpstr>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Takushi, Travis</dc:creator>
  <cp:lastModifiedBy>Takushi, Travis</cp:lastModifiedBy>
  <cp:revision>1</cp:revision>
  <dcterms:created xsi:type="dcterms:W3CDTF">2026-02-17T22:07:01Z</dcterms:created>
  <dcterms:modified xsi:type="dcterms:W3CDTF">2026-02-20T22:41:42Z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0x010100CA2A93B7DAB3804B82525073766208A6</vt:lpwstr>
  </property>
</Properties>
</file>